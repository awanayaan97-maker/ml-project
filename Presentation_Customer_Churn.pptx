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640080"/>
            <a:ext cx="2286000" cy="22860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BUSINESS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MAKING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Prediction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3291840" cy="320040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49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📊 Dataset: IBM Telco  |  🤖 Models: LR, RF, XGBoost  |  🐍 Python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</a:rPr>
              <a:t>Subject: Computational Analysis and Decision Making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Customer Churn Prediction  |  Machine Learning for Business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Definition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2344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0"/>
                </a:solidFill>
              </a:rPr>
              <a:t>What problem are we solving?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755648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17099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&amp; EDA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17099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0"/>
                </a:solidFill>
              </a:rPr>
              <a:t>Dataset overview and key findings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2311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21854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Preprocessing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218541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0"/>
                </a:solidFill>
              </a:rPr>
              <a:t>Cleaning and feature engineering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706624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7066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26609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Models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266090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0"/>
                </a:solidFill>
              </a:rPr>
              <a:t>Logistic Regression, Random Forest, XGBoost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182112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182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3136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31363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0"/>
                </a:solidFill>
              </a:rPr>
              <a:t>Accuracy, F1 Score, ROC-AUC comparison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5760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Insights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3611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0"/>
                </a:solidFill>
              </a:rPr>
              <a:t>Key findings and recommendations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133088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133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" y="40873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Dashboard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0" y="40873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0"/>
                </a:solidFill>
              </a:rPr>
              <a:t>Streamlit web application demo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Customer Churn Prediction  |  Machine Learning for Business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🏢 Business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 company losing customers daily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rate is ~26.5%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customers costs 5-25x more than retaining them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 to predict who will leave next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budget wasted on wrong customers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B2A3B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</a:rPr>
              <a:t>🎯 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Build an ML model that predicts which customer is going to churn — before they actually leave!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1B2A3B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</a:rPr>
              <a:t>👥 Stakeholders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Team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Team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&amp; Understanding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Customer Churn Prediction  |  Machine Learning for Business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B2A3B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7,043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Total 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1234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B2A3B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/>
                </a:solidFill>
              </a:rPr>
              <a:t>1,869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3172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Churned Customers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1234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B2A3B"/>
          </a:solidFill>
          <a:ln w="25400">
            <a:solidFill>
              <a:srgbClr val="DD6B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</a:rPr>
              <a:t>26.5%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38912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Churn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46520" y="1234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B2A3B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A169"/>
                </a:solidFill>
              </a:rPr>
              <a:t>21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4652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Total Features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60604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📦 Source: IBM Telco Customer Churn Dataset — Kaggle (kaggle.com/datasets/blastchar/telco-customer-churn)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2461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👤 Demographics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7033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Gender, Senior Citizen,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Partner, Dependents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32461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 w="19050">
            <a:solidFill>
              <a:srgbClr val="DD6B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6B20"/>
                </a:solidFill>
              </a:rPr>
              <a:t>📋 Account Info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68880" y="37033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Tenure, Contract Type,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Payment Method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2461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📡 Services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7033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Internet, Phone,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Streaming, Security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32461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</a:rPr>
              <a:t>💰 Charges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7033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Monthly Charges,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Total Charges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EDA Findings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Customer Churn Prediction  |  Machine Learning for Business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B2A3B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3444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</a:rPr>
              <a:t>Contract Type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371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E3E"/>
                </a:solidFill>
              </a:rPr>
              <a:t>42%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Month-to-month customers churn at 42% vs only 3% for 2-year contracts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B2A3B"/>
          </a:solidFill>
          <a:ln w="19050">
            <a:solidFill>
              <a:srgbClr val="DD6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6928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</a:rPr>
              <a:t>Fiber Optic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01000" y="1371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6B20"/>
                </a:solidFill>
              </a:rPr>
              <a:t>41%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Fiber optic customers churn at higher rates than DSL (25%)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B2A3B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3444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E2E"/>
                </a:solidFill>
              </a:rPr>
              <a:t>New Customers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3200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</a:rPr>
              <a:t>High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3657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Customers with less than 12 months tenure churn the most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10896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66928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E-Check Users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01000" y="3200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45%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69280" y="3657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Electronic check payment users have the highest churn tendency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Customer Churn Prediction  |  Machine Learning for Business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71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371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customerID column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TotalCharges data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11 missing values with median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B2A3B"/>
          </a:solidFill>
          <a:ln w="19050">
            <a:solidFill>
              <a:srgbClr val="DD6B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1371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TenureGroup → 5 customer segments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ChargesCategory → Low / Medium / High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NumServices → total services count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B2A3B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54680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1546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</a:rPr>
              <a:t>Encoding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encoding for Yes/No columns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 for multi-class columns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expanded to ~35 features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B2A3B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31546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E2E"/>
                </a:solidFill>
              </a:rPr>
              <a:t>Train-Test Split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Training → 5,634 samples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Testing → 1,409 samples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split + StandardScaler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Customer Churn Prediction  |  Machine Learning for Business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887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7099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Classic linear classifier. Calculates churn probability using a linear equation. Best for interpretability.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463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max_iter=1000, C=1.0, scaled features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1B2A3B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6888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🌳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2560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9443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100 decision trees voting together. Each tree sees different data. Final answer by majority vote.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69748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6974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n_estimators=100, max_depth=10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1B2A3B"/>
          </a:solidFill>
          <a:ln w="19050">
            <a:solidFill>
              <a:srgbClr val="DD6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033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88720" y="379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6B20"/>
                </a:solidFill>
              </a:rPr>
              <a:t>XGBoost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1788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Trees built sequentially. Each tree fixes mistakes of previous one. Most powerful algorithm used.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39319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9319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n_estimators=200, learning_rate=0.1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 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Customer Churn Prediction  |  Machine Learning for Business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859536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34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Metric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Logistic Reg.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🏆 XGBoost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664208"/>
            <a:ext cx="8595360" cy="411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664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16642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79.8%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6642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80.1%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81.3%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8595360" cy="411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0939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20939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65.2%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0939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67.8%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09397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68.9%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523744"/>
            <a:ext cx="8595360" cy="411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5237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252374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54.1%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52374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55.3%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252374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57.8%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2953512"/>
            <a:ext cx="8595360" cy="411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9535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F1 Score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295351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59.1%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95351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60.9%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29535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62.9%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383280"/>
            <a:ext cx="8595360" cy="411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ROC-AUC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2608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0.841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0.855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3383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0.872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388620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0077B6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 Best Model: XGBoost  —  Accuracy: 81.3%  |  F1 Score: 62.9%  |  ROC-AUC: 0.872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Factors Driving Churn (XGBoost)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Customer Churn Prediction  |  Machine Learning for Business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2344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Tenure (months)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9304"/>
            <a:ext cx="50292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289304"/>
            <a:ext cx="4526280" cy="2743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18%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691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Monthly Charges ($)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746504"/>
            <a:ext cx="50292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746504"/>
            <a:ext cx="377190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6916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</a:rPr>
              <a:t>15%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1488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 Charges ($)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203704"/>
            <a:ext cx="50292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2203704"/>
            <a:ext cx="3268980" cy="2743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148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</a:rPr>
              <a:t>13%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Contract: Two Year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660904"/>
            <a:ext cx="50292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2660904"/>
            <a:ext cx="276606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6060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</a:rPr>
              <a:t>11%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063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Contract: One Year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3118104"/>
            <a:ext cx="50292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3118104"/>
            <a:ext cx="201168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30632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8%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5204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Internet: Fiber Optic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3575304"/>
            <a:ext cx="50292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0" y="3575304"/>
            <a:ext cx="176022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3520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7%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3977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Payment: E-Check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32504"/>
            <a:ext cx="50292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5" name="Shape 33"/>
          <p:cNvSpPr/>
          <p:nvPr/>
        </p:nvSpPr>
        <p:spPr>
          <a:xfrm>
            <a:off x="3291840" y="4032504"/>
            <a:ext cx="1508760" cy="274320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39776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0"/>
                </a:solidFill>
              </a:rPr>
              <a:t>6%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4348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Tech Support: Yes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1840" y="4489704"/>
            <a:ext cx="50292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9" name="Shape 37"/>
          <p:cNvSpPr/>
          <p:nvPr/>
        </p:nvSpPr>
        <p:spPr>
          <a:xfrm>
            <a:off x="3291840" y="4489704"/>
            <a:ext cx="1257300" cy="274320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4434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0"/>
                </a:solidFill>
              </a:rPr>
              <a:t>5%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 &amp; Recommendations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Customer Churn Prediction  |  Machine Learning for Business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Contract Conversion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56362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</a:rPr>
              <a:t>Offer 20-30% discount to convert month-to-month customers to 1 or 2-year plans. Can reduce churn from 42% to under 15%.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84248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1B2A3B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8424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029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</a:rPr>
              <a:t>New Customer Onboarding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3134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</a:rPr>
              <a:t>Assign dedicated support agents to customers in their first 90 days. First year is the highest risk period.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34056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1B2A3B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3405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2779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</a:rPr>
              <a:t>Fiber Optic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6324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</a:rPr>
              <a:t>Conduct satisfaction surveys for fiber optic users. Investigate service quality issues causing high churn.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83864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1B2A3B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8386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35295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</a:rPr>
              <a:t>Auto-Payment Incentive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81304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</a:rPr>
              <a:t>Offer 5% discount to customers who switch from e-check to automatic payment. Reduces passive churn.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233672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1B2A3B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3367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Senior Citizen Plans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56285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</a:rPr>
              <a:t>Design simplified, affordable plans for senior citizens with dedicated phone support.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— Streamlit Web App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Customer Churn Prediction  |  Machine Learning for Business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0"/>
                </a:solidFill>
              </a:rPr>
              <a:t>🌐 Built with Streamlit Python — Accessible via any web browser, no coding required!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9164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3444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Tab 1: Overview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2402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KPI metrics, churn distribution pie chart, tenure vs charges scatter plot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9164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1B2A3B"/>
          </a:solidFill>
          <a:ln w="19050">
            <a:solidFill>
              <a:srgbClr val="DD6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9164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6928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6B20"/>
                </a:solidFill>
              </a:rPr>
              <a:t>Tab 2: EDA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2402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Churn by contract, internet service, payment method, senior citizen status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1B2A3B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0040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3337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</a:rPr>
              <a:t>Tab 3: Model Results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37490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ROC curves, feature importance chart, full model comparison table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20040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1B2A3B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0040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69280" y="3337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9E2E"/>
                </a:solidFill>
              </a:rPr>
              <a:t>Tab 4: Predict Churn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37490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Enter customer details → get live churn probability + gauge chart +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</a:rPr>
              <a:t>PROJECT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743200" y="1920240"/>
            <a:ext cx="3657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🗂️  Dataset: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7,043 customers, 21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🤖  Best Model: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XGBoost — 81.3% 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📊  ROC-AUC: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0.872 — Excellent discrimination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🌐  Dashboard: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Live Streamlit web application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</a:rPr>
              <a:t>Customer Churn Prediction  |  Machine Learning for Business &amp; Decision Making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>PptxGenJS Presentation</dc:subject>
  <dc:creator>PptxGenJS</dc:creator>
  <cp:lastModifiedBy>PptxGenJS</cp:lastModifiedBy>
  <cp:revision>1</cp:revision>
  <dcterms:created xsi:type="dcterms:W3CDTF">2026-06-26T19:56:16Z</dcterms:created>
  <dcterms:modified xsi:type="dcterms:W3CDTF">2026-06-26T19:56:16Z</dcterms:modified>
</cp:coreProperties>
</file>